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2192000" cy="6858000"/>
  <p:notesSz cx="7559675" cy="10691813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F33DECEA-D1D5-463C-94DB-A747723769DC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810000" y="447120"/>
            <a:ext cx="10571760" cy="970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pl-PL" sz="1800" b="0" strike="noStrike" spc="-1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ubTitle"/>
          </p:nvPr>
        </p:nvSpPr>
        <p:spPr>
          <a:xfrm>
            <a:off x="818640" y="2222280"/>
            <a:ext cx="10554120" cy="363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l-PL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D91080CB-CC1B-4E7A-8C97-45BE9D948243}" type="slidenum">
              <a:t>‹#›</a:t>
            </a:fld>
            <a:endParaRPr/>
          </a:p>
        </p:txBody>
      </p:sp>
      <p:sp>
        <p:nvSpPr>
          <p:cNvPr id="2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810000" y="447120"/>
            <a:ext cx="10571760" cy="970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pl-PL" sz="1800" b="0" strike="noStrike" spc="-1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/>
          </p:nvPr>
        </p:nvSpPr>
        <p:spPr>
          <a:xfrm>
            <a:off x="818640" y="2222280"/>
            <a:ext cx="10554120" cy="363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l-PL" sz="1800" b="0" strike="noStrike" spc="-1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2A9BB59A-508D-4D2E-8C1C-CB878F7A87E6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810000" y="447120"/>
            <a:ext cx="10571760" cy="970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pl-PL" sz="1800" b="0" strike="noStrike" spc="-1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/>
          </p:nvPr>
        </p:nvSpPr>
        <p:spPr>
          <a:xfrm>
            <a:off x="818640" y="2222280"/>
            <a:ext cx="5150160" cy="363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l-PL" sz="1800" b="0" strike="noStrike" spc="-1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/>
          </p:nvPr>
        </p:nvSpPr>
        <p:spPr>
          <a:xfrm>
            <a:off x="6226560" y="2222280"/>
            <a:ext cx="5150160" cy="363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l-PL" sz="1800" b="0" strike="noStrike" spc="-1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A192C02C-69A2-4875-9B69-D666AAEE9316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810000" y="447120"/>
            <a:ext cx="10571760" cy="970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pl-PL" sz="1800" b="0" strike="noStrike" spc="-1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4BCFAE8B-AF8D-4EDF-A60A-15D1FA7DB7BB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subTitle"/>
          </p:nvPr>
        </p:nvSpPr>
        <p:spPr>
          <a:xfrm>
            <a:off x="810000" y="447120"/>
            <a:ext cx="10571760" cy="449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pl-PL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CAD06585-E6EF-4EFF-8203-2EA83D537DE1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810000" y="447120"/>
            <a:ext cx="10571760" cy="970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pl-PL" sz="1800" b="0" strike="noStrike" spc="-1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818640" y="2222280"/>
            <a:ext cx="5150160" cy="173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l-PL" sz="1800" b="0" strike="noStrike" spc="-1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6226560" y="2222280"/>
            <a:ext cx="5150160" cy="363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l-PL" sz="1800" b="0" strike="noStrike" spc="-1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818640" y="4121640"/>
            <a:ext cx="5150160" cy="173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l-PL" sz="1800" b="0" strike="noStrike" spc="-1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D0FDD269-EB51-4313-B8F2-ACBBBCFFD1D1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810000" y="447120"/>
            <a:ext cx="10571760" cy="970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pl-PL" sz="1800" b="0" strike="noStrike" spc="-1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818640" y="2222280"/>
            <a:ext cx="5150160" cy="363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l-PL" sz="1800" b="0" strike="noStrike" spc="-1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6226560" y="2222280"/>
            <a:ext cx="5150160" cy="173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l-PL" sz="1800" b="0" strike="noStrike" spc="-1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6226560" y="4121640"/>
            <a:ext cx="5150160" cy="173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l-PL" sz="1800" b="0" strike="noStrike" spc="-1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59DE7AA9-FAC5-41BC-B6F7-4A35E4576E88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810000" y="447120"/>
            <a:ext cx="10571760" cy="970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pl-PL" sz="1800" b="0" strike="noStrike" spc="-1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818640" y="2222280"/>
            <a:ext cx="5150160" cy="173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l-PL" sz="1800" b="0" strike="noStrike" spc="-1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6226560" y="2222280"/>
            <a:ext cx="5150160" cy="173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l-PL" sz="1800" b="0" strike="noStrike" spc="-1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818640" y="4121640"/>
            <a:ext cx="10554120" cy="173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l-PL" sz="1800" b="0" strike="noStrike" spc="-1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A008602B-33F7-4426-85BF-6DAE30812B58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810000" y="447120"/>
            <a:ext cx="10571760" cy="970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pl-PL" sz="1800" b="0" strike="noStrike" spc="-1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818640" y="2222280"/>
            <a:ext cx="10554120" cy="173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l-PL" sz="1800" b="0" strike="noStrike" spc="-1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818640" y="4121640"/>
            <a:ext cx="10554120" cy="173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l-PL" sz="1800" b="0" strike="noStrike" spc="-1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3437BDA0-B437-4136-A686-2A08B1C896FD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810000" y="447120"/>
            <a:ext cx="10571760" cy="970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pl-PL" sz="1800" b="0" strike="noStrike" spc="-1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/>
          </p:nvPr>
        </p:nvSpPr>
        <p:spPr>
          <a:xfrm>
            <a:off x="818640" y="2222280"/>
            <a:ext cx="5150160" cy="173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l-PL" sz="1800" b="0" strike="noStrike" spc="-1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/>
          </p:nvPr>
        </p:nvSpPr>
        <p:spPr>
          <a:xfrm>
            <a:off x="6226560" y="2222280"/>
            <a:ext cx="5150160" cy="173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l-PL" sz="1800" b="0" strike="noStrike" spc="-1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/>
          </p:nvPr>
        </p:nvSpPr>
        <p:spPr>
          <a:xfrm>
            <a:off x="818640" y="4121640"/>
            <a:ext cx="5150160" cy="173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l-PL" sz="1800" b="0" strike="noStrike" spc="-1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/>
          </p:nvPr>
        </p:nvSpPr>
        <p:spPr>
          <a:xfrm>
            <a:off x="6226560" y="4121640"/>
            <a:ext cx="5150160" cy="173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l-PL" sz="1800" b="0" strike="noStrike" spc="-1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E19AA602-6757-4AA5-8CB1-1966BFEC5530}" type="slidenum"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810000" y="447120"/>
            <a:ext cx="10571760" cy="970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pl-PL" sz="1800" b="0" strike="noStrike" spc="-1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818640" y="2222280"/>
            <a:ext cx="3398040" cy="173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l-PL" sz="1800" b="0" strike="noStrike" spc="-1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/>
          </p:nvPr>
        </p:nvSpPr>
        <p:spPr>
          <a:xfrm>
            <a:off x="4386960" y="2222280"/>
            <a:ext cx="3398040" cy="173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l-PL" sz="1800" b="0" strike="noStrike" spc="-1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/>
          </p:nvPr>
        </p:nvSpPr>
        <p:spPr>
          <a:xfrm>
            <a:off x="7955280" y="2222280"/>
            <a:ext cx="3398040" cy="173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l-PL" sz="1800" b="0" strike="noStrike" spc="-1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39" name="PlaceHolder 5"/>
          <p:cNvSpPr>
            <a:spLocks noGrp="1"/>
          </p:cNvSpPr>
          <p:nvPr>
            <p:ph/>
          </p:nvPr>
        </p:nvSpPr>
        <p:spPr>
          <a:xfrm>
            <a:off x="818640" y="4121640"/>
            <a:ext cx="3398040" cy="173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l-PL" sz="1800" b="0" strike="noStrike" spc="-1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40" name="PlaceHolder 6"/>
          <p:cNvSpPr>
            <a:spLocks noGrp="1"/>
          </p:cNvSpPr>
          <p:nvPr>
            <p:ph/>
          </p:nvPr>
        </p:nvSpPr>
        <p:spPr>
          <a:xfrm>
            <a:off x="4386960" y="4121640"/>
            <a:ext cx="3398040" cy="173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l-PL" sz="1800" b="0" strike="noStrike" spc="-1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41" name="PlaceHolder 7"/>
          <p:cNvSpPr>
            <a:spLocks noGrp="1"/>
          </p:cNvSpPr>
          <p:nvPr>
            <p:ph/>
          </p:nvPr>
        </p:nvSpPr>
        <p:spPr>
          <a:xfrm>
            <a:off x="7955280" y="4121640"/>
            <a:ext cx="3398040" cy="173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l-PL" sz="1800" b="0" strike="noStrike" spc="-1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B69956CA-EEBD-4BB3-B8C3-6C5C326AF877}" type="slidenum"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D15AD467-2F06-489B-BEC0-A85968B82D2F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810000" y="447120"/>
            <a:ext cx="10571760" cy="970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pl-PL" sz="1800" b="0" strike="noStrike" spc="-1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subTitle"/>
          </p:nvPr>
        </p:nvSpPr>
        <p:spPr>
          <a:xfrm>
            <a:off x="818640" y="2222280"/>
            <a:ext cx="10554120" cy="363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l-PL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95C8194E-D0DE-4105-92E2-B11DFA68645D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810000" y="447120"/>
            <a:ext cx="10571760" cy="970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pl-PL" sz="1800" b="0" strike="noStrike" spc="-1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818640" y="2222280"/>
            <a:ext cx="10554120" cy="363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l-PL" sz="1800" b="0" strike="noStrike" spc="-1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C8DC0833-2483-41E3-BBA8-D708C26378F5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810000" y="447120"/>
            <a:ext cx="10571760" cy="970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pl-PL" sz="1800" b="0" strike="noStrike" spc="-1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/>
          </p:nvPr>
        </p:nvSpPr>
        <p:spPr>
          <a:xfrm>
            <a:off x="818640" y="2222280"/>
            <a:ext cx="5150160" cy="363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l-PL" sz="1800" b="0" strike="noStrike" spc="-1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/>
          </p:nvPr>
        </p:nvSpPr>
        <p:spPr>
          <a:xfrm>
            <a:off x="6226560" y="2222280"/>
            <a:ext cx="5150160" cy="363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l-PL" sz="1800" b="0" strike="noStrike" spc="-1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0073CFE8-7099-4514-96ED-249746A4467F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810000" y="447120"/>
            <a:ext cx="10571760" cy="970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pl-PL" sz="1800" b="0" strike="noStrike" spc="-1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C12F7E78-0299-4C2D-828A-F9CC477B44B5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subTitle"/>
          </p:nvPr>
        </p:nvSpPr>
        <p:spPr>
          <a:xfrm>
            <a:off x="810000" y="447120"/>
            <a:ext cx="10571760" cy="449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pl-PL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3D949E21-9EE5-4F5B-8339-819B7E2DE917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810000" y="447120"/>
            <a:ext cx="10571760" cy="970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pl-PL" sz="1800" b="0" strike="noStrike" spc="-1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/>
          </p:nvPr>
        </p:nvSpPr>
        <p:spPr>
          <a:xfrm>
            <a:off x="818640" y="2222280"/>
            <a:ext cx="5150160" cy="173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l-PL" sz="1800" b="0" strike="noStrike" spc="-1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/>
          </p:nvPr>
        </p:nvSpPr>
        <p:spPr>
          <a:xfrm>
            <a:off x="6226560" y="2222280"/>
            <a:ext cx="5150160" cy="363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l-PL" sz="1800" b="0" strike="noStrike" spc="-1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/>
          </p:nvPr>
        </p:nvSpPr>
        <p:spPr>
          <a:xfrm>
            <a:off x="818640" y="4121640"/>
            <a:ext cx="5150160" cy="173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l-PL" sz="1800" b="0" strike="noStrike" spc="-1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F4B3A696-FC2B-45E1-A2AC-8AFFEA49FBA5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810000" y="447120"/>
            <a:ext cx="10571760" cy="970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pl-PL" sz="1800" b="0" strike="noStrike" spc="-1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/>
          </p:nvPr>
        </p:nvSpPr>
        <p:spPr>
          <a:xfrm>
            <a:off x="818640" y="2222280"/>
            <a:ext cx="5150160" cy="363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l-PL" sz="1800" b="0" strike="noStrike" spc="-1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/>
          </p:nvPr>
        </p:nvSpPr>
        <p:spPr>
          <a:xfrm>
            <a:off x="6226560" y="2222280"/>
            <a:ext cx="5150160" cy="173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l-PL" sz="1800" b="0" strike="noStrike" spc="-1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/>
          </p:nvPr>
        </p:nvSpPr>
        <p:spPr>
          <a:xfrm>
            <a:off x="6226560" y="4121640"/>
            <a:ext cx="5150160" cy="173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l-PL" sz="1800" b="0" strike="noStrike" spc="-1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04957054-C899-4FDF-83E6-060B17824CAF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810000" y="447120"/>
            <a:ext cx="10571760" cy="970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pl-PL" sz="1800" b="0" strike="noStrike" spc="-1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/>
          </p:nvPr>
        </p:nvSpPr>
        <p:spPr>
          <a:xfrm>
            <a:off x="818640" y="2222280"/>
            <a:ext cx="5150160" cy="173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l-PL" sz="1800" b="0" strike="noStrike" spc="-1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67" name="PlaceHolder 3"/>
          <p:cNvSpPr>
            <a:spLocks noGrp="1"/>
          </p:cNvSpPr>
          <p:nvPr>
            <p:ph/>
          </p:nvPr>
        </p:nvSpPr>
        <p:spPr>
          <a:xfrm>
            <a:off x="6226560" y="2222280"/>
            <a:ext cx="5150160" cy="173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l-PL" sz="1800" b="0" strike="noStrike" spc="-1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68" name="PlaceHolder 4"/>
          <p:cNvSpPr>
            <a:spLocks noGrp="1"/>
          </p:cNvSpPr>
          <p:nvPr>
            <p:ph/>
          </p:nvPr>
        </p:nvSpPr>
        <p:spPr>
          <a:xfrm>
            <a:off x="818640" y="4121640"/>
            <a:ext cx="10554120" cy="173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l-PL" sz="1800" b="0" strike="noStrike" spc="-1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F56D6475-DB3A-455D-8255-CE958D77B01B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810000" y="447120"/>
            <a:ext cx="10571760" cy="970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pl-PL" sz="1800" b="0" strike="noStrike" spc="-1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/>
          </p:nvPr>
        </p:nvSpPr>
        <p:spPr>
          <a:xfrm>
            <a:off x="818640" y="2222280"/>
            <a:ext cx="10554120" cy="173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l-PL" sz="1800" b="0" strike="noStrike" spc="-1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/>
          </p:nvPr>
        </p:nvSpPr>
        <p:spPr>
          <a:xfrm>
            <a:off x="818640" y="4121640"/>
            <a:ext cx="10554120" cy="173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l-PL" sz="1800" b="0" strike="noStrike" spc="-1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4B9A7DC3-8CE6-4D46-8ED3-9697D4DF4823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810000" y="447120"/>
            <a:ext cx="10571760" cy="970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pl-PL" sz="1800" b="0" strike="noStrike" spc="-1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/>
          </p:nvPr>
        </p:nvSpPr>
        <p:spPr>
          <a:xfrm>
            <a:off x="818640" y="2222280"/>
            <a:ext cx="5150160" cy="173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l-PL" sz="1800" b="0" strike="noStrike" spc="-1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/>
          </p:nvPr>
        </p:nvSpPr>
        <p:spPr>
          <a:xfrm>
            <a:off x="6226560" y="2222280"/>
            <a:ext cx="5150160" cy="173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l-PL" sz="1800" b="0" strike="noStrike" spc="-1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75" name="PlaceHolder 4"/>
          <p:cNvSpPr>
            <a:spLocks noGrp="1"/>
          </p:cNvSpPr>
          <p:nvPr>
            <p:ph/>
          </p:nvPr>
        </p:nvSpPr>
        <p:spPr>
          <a:xfrm>
            <a:off x="818640" y="4121640"/>
            <a:ext cx="5150160" cy="173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l-PL" sz="1800" b="0" strike="noStrike" spc="-1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76" name="PlaceHolder 5"/>
          <p:cNvSpPr>
            <a:spLocks noGrp="1"/>
          </p:cNvSpPr>
          <p:nvPr>
            <p:ph/>
          </p:nvPr>
        </p:nvSpPr>
        <p:spPr>
          <a:xfrm>
            <a:off x="6226560" y="4121640"/>
            <a:ext cx="5150160" cy="173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l-PL" sz="1800" b="0" strike="noStrike" spc="-1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25B9212F-5412-426E-842E-90F85B6F49ED}" type="slidenum"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810000" y="447120"/>
            <a:ext cx="10571760" cy="970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pl-PL" sz="1800" b="0" strike="noStrike" spc="-1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/>
          </p:nvPr>
        </p:nvSpPr>
        <p:spPr>
          <a:xfrm>
            <a:off x="818640" y="2222280"/>
            <a:ext cx="3398040" cy="173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l-PL" sz="1800" b="0" strike="noStrike" spc="-1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79" name="PlaceHolder 3"/>
          <p:cNvSpPr>
            <a:spLocks noGrp="1"/>
          </p:cNvSpPr>
          <p:nvPr>
            <p:ph/>
          </p:nvPr>
        </p:nvSpPr>
        <p:spPr>
          <a:xfrm>
            <a:off x="4386960" y="2222280"/>
            <a:ext cx="3398040" cy="173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l-PL" sz="1800" b="0" strike="noStrike" spc="-1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80" name="PlaceHolder 4"/>
          <p:cNvSpPr>
            <a:spLocks noGrp="1"/>
          </p:cNvSpPr>
          <p:nvPr>
            <p:ph/>
          </p:nvPr>
        </p:nvSpPr>
        <p:spPr>
          <a:xfrm>
            <a:off x="7955280" y="2222280"/>
            <a:ext cx="3398040" cy="173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l-PL" sz="1800" b="0" strike="noStrike" spc="-1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81" name="PlaceHolder 5"/>
          <p:cNvSpPr>
            <a:spLocks noGrp="1"/>
          </p:cNvSpPr>
          <p:nvPr>
            <p:ph/>
          </p:nvPr>
        </p:nvSpPr>
        <p:spPr>
          <a:xfrm>
            <a:off x="818640" y="4121640"/>
            <a:ext cx="3398040" cy="173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l-PL" sz="1800" b="0" strike="noStrike" spc="-1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82" name="PlaceHolder 6"/>
          <p:cNvSpPr>
            <a:spLocks noGrp="1"/>
          </p:cNvSpPr>
          <p:nvPr>
            <p:ph/>
          </p:nvPr>
        </p:nvSpPr>
        <p:spPr>
          <a:xfrm>
            <a:off x="4386960" y="4121640"/>
            <a:ext cx="3398040" cy="173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l-PL" sz="1800" b="0" strike="noStrike" spc="-1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83" name="PlaceHolder 7"/>
          <p:cNvSpPr>
            <a:spLocks noGrp="1"/>
          </p:cNvSpPr>
          <p:nvPr>
            <p:ph/>
          </p:nvPr>
        </p:nvSpPr>
        <p:spPr>
          <a:xfrm>
            <a:off x="7955280" y="4121640"/>
            <a:ext cx="3398040" cy="173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l-PL" sz="1800" b="0" strike="noStrike" spc="-1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884577DD-65A5-4972-AFBC-52BC9AFFA59B}" type="slidenum"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>
          <a:xfrm>
            <a:off x="0" y="-3240"/>
            <a:ext cx="12191760" cy="520344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5203440"/>
              <a:gd name="textAreaBottom" fmla="*/ 5203800 h 5203440"/>
            </a:gdLst>
            <a:ahLst/>
            <a:cxnLst/>
            <a:rect l="textAreaLeft" t="textAreaTop" r="textAreaRight" b="textAreaBottom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blipFill rotWithShape="0">
            <a:blip r:embed="rId14"/>
            <a:srcRect/>
            <a:tile tx="0" ty="0" sx="99978" sy="99978" algn="tl"/>
          </a:blipFill>
          <a:ln cap="rnd">
            <a:solidFill>
              <a:srgbClr val="9ECD33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10000" y="1449000"/>
            <a:ext cx="10571760" cy="2970720"/>
          </a:xfrm>
          <a:prstGeom prst="rect">
            <a:avLst/>
          </a:prstGeom>
          <a:noFill/>
          <a:ln w="0">
            <a:noFill/>
          </a:ln>
          <a:effectLst>
            <a:outerShdw blurRad="50760" rotWithShape="0">
              <a:srgbClr val="000000">
                <a:alpha val="60000"/>
              </a:srgbClr>
            </a:outerShdw>
          </a:effectLst>
        </p:spPr>
        <p:txBody>
          <a:bodyPr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5400" b="1" strike="noStrike" spc="-1">
                <a:solidFill>
                  <a:srgbClr val="FEFEFE"/>
                </a:solidFill>
                <a:latin typeface="Century Gothic"/>
              </a:rPr>
              <a:t>Click to edit Master title style</a:t>
            </a:r>
            <a:endParaRPr lang="pl-PL" sz="5400" b="0" strike="noStrike" spc="-1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dt" idx="1"/>
          </p:nvPr>
        </p:nvSpPr>
        <p:spPr>
          <a:xfrm>
            <a:off x="9334800" y="6041520"/>
            <a:ext cx="1343520" cy="3646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900" b="0" strike="noStrike" spc="-1">
                <a:solidFill>
                  <a:srgbClr val="FFFFFF"/>
                </a:solidFill>
                <a:latin typeface="Century Gothic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r>
              <a:rPr lang="en-US" sz="900" b="0" strike="noStrike" spc="-1">
                <a:solidFill>
                  <a:srgbClr val="FFFFFF"/>
                </a:solidFill>
                <a:latin typeface="Century Gothic"/>
              </a:rPr>
              <a:t>&lt;data/godzina&gt;</a:t>
            </a:r>
            <a:endParaRPr lang="pl-PL" sz="9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ftr" idx="2"/>
          </p:nvPr>
        </p:nvSpPr>
        <p:spPr>
          <a:xfrm>
            <a:off x="451440" y="6041520"/>
            <a:ext cx="8643960" cy="3646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ctr">
              <a:buNone/>
              <a:defRPr lang="pl-PL" sz="1400" b="0" strike="noStrike" spc="-1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l-PL" sz="1400" b="0" strike="noStrike" spc="-1">
                <a:solidFill>
                  <a:srgbClr val="FFFFFF"/>
                </a:solidFill>
                <a:latin typeface="Times New Roman"/>
              </a:rPr>
              <a:t>&lt;stopka&gt;</a:t>
            </a:r>
          </a:p>
        </p:txBody>
      </p:sp>
      <p:sp>
        <p:nvSpPr>
          <p:cNvPr id="4" name="PlaceHolder 4"/>
          <p:cNvSpPr>
            <a:spLocks noGrp="1"/>
          </p:cNvSpPr>
          <p:nvPr>
            <p:ph type="sldNum" idx="3"/>
          </p:nvPr>
        </p:nvSpPr>
        <p:spPr>
          <a:xfrm>
            <a:off x="10678320" y="5915880"/>
            <a:ext cx="1061640" cy="490320"/>
          </a:xfrm>
          <a:prstGeom prst="rect">
            <a:avLst/>
          </a:prstGeom>
          <a:noFill/>
          <a:ln w="0">
            <a:noFill/>
          </a:ln>
        </p:spPr>
        <p:txBody>
          <a:bodyPr bIns="1080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2000" b="0" strike="noStrike" spc="-1">
                <a:solidFill>
                  <a:schemeClr val="accent1"/>
                </a:solidFill>
                <a:latin typeface="Century Gothic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C87C8BDD-B5E6-400A-BE28-439926745111}" type="slidenum">
              <a:rPr lang="en-US" sz="2000" b="0" strike="noStrike" spc="-1">
                <a:solidFill>
                  <a:schemeClr val="accent1"/>
                </a:solidFill>
                <a:latin typeface="Century Gothic"/>
              </a:rPr>
              <a:t>‹#›</a:t>
            </a:fld>
            <a:endParaRPr lang="pl-PL" sz="20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l-PL" sz="1800" b="0" strike="noStrike" spc="-1">
                <a:solidFill>
                  <a:srgbClr val="FFFFFF"/>
                </a:solidFill>
                <a:latin typeface="Century Gothic"/>
              </a:rPr>
              <a:t>Kliknij, aby edytować format tekstu konspektu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pl-PL" sz="1400" b="0" strike="noStrike" spc="-1">
                <a:solidFill>
                  <a:srgbClr val="FFFFFF"/>
                </a:solidFill>
                <a:latin typeface="Century Gothic"/>
              </a:rPr>
              <a:t>Drugi poziom konspektu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l-PL" sz="1200" b="0" strike="noStrike" spc="-1">
                <a:solidFill>
                  <a:srgbClr val="FFFFFF"/>
                </a:solidFill>
                <a:latin typeface="Century Gothic"/>
              </a:rPr>
              <a:t>Trzeci poziom konspektu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pl-PL" sz="1200" b="0" strike="noStrike" spc="-1">
                <a:solidFill>
                  <a:srgbClr val="FFFFFF"/>
                </a:solidFill>
                <a:latin typeface="Century Gothic"/>
              </a:rPr>
              <a:t>Czwarty poziom konspektu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l-PL" sz="2000" b="0" strike="noStrike" spc="-1">
                <a:solidFill>
                  <a:srgbClr val="FFFFFF"/>
                </a:solidFill>
                <a:latin typeface="Century Gothic"/>
              </a:rPr>
              <a:t>Piąty poziom konspektu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l-PL" sz="2000" b="0" strike="noStrike" spc="-1">
                <a:solidFill>
                  <a:srgbClr val="FFFFFF"/>
                </a:solidFill>
                <a:latin typeface="Century Gothic"/>
              </a:rPr>
              <a:t>Szósty poziom konspektu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l-PL" sz="2000" b="0" strike="noStrike" spc="-1">
                <a:solidFill>
                  <a:srgbClr val="FFFFFF"/>
                </a:solidFill>
                <a:latin typeface="Century Gothic"/>
              </a:rPr>
              <a:t>Siódmy poziom konspektu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Freeform 6"/>
          <p:cNvSpPr/>
          <p:nvPr/>
        </p:nvSpPr>
        <p:spPr>
          <a:xfrm>
            <a:off x="0" y="0"/>
            <a:ext cx="12191760" cy="218556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2185560"/>
              <a:gd name="textAreaBottom" fmla="*/ 2185920 h 2185560"/>
            </a:gdLst>
            <a:ahLst/>
            <a:cxnLst/>
            <a:rect l="textAreaLeft" t="textAreaTop" r="textAreaRight" b="textAreaBottom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0">
            <a:blip r:embed="rId14"/>
            <a:srcRect/>
            <a:tile tx="0" ty="0" sx="99978" sy="99978" algn="tl"/>
          </a:blipFill>
          <a:ln cap="rnd">
            <a:solidFill>
              <a:srgbClr val="9ECD33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810000" y="447120"/>
            <a:ext cx="10571760" cy="970200"/>
          </a:xfrm>
          <a:prstGeom prst="rect">
            <a:avLst/>
          </a:prstGeom>
          <a:noFill/>
          <a:ln w="0">
            <a:noFill/>
          </a:ln>
          <a:effectLst>
            <a:outerShdw blurRad="50760" rotWithShape="0">
              <a:srgbClr val="000000">
                <a:alpha val="60000"/>
              </a:srgbClr>
            </a:outerShdw>
          </a:effectLst>
        </p:spPr>
        <p:txBody>
          <a:bodyPr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4000" b="1" strike="noStrike" spc="-1">
                <a:solidFill>
                  <a:srgbClr val="FEFEFE"/>
                </a:solidFill>
                <a:latin typeface="Century Gothic"/>
              </a:rPr>
              <a:t>Click to edit Master title style</a:t>
            </a:r>
            <a:endParaRPr lang="pl-PL" sz="4000" b="0" strike="noStrike" spc="-1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818640" y="2222280"/>
            <a:ext cx="10554120" cy="3636000"/>
          </a:xfrm>
          <a:prstGeom prst="rect">
            <a:avLst/>
          </a:prstGeom>
          <a:noFill/>
          <a:ln w="0">
            <a:noFill/>
          </a:ln>
          <a:effectLst>
            <a:outerShdw blurRad="50760" rotWithShape="0">
              <a:srgbClr val="000000">
                <a:alpha val="40000"/>
              </a:srgbClr>
            </a:outerShdw>
          </a:effectLst>
        </p:spPr>
        <p:txBody>
          <a:bodyPr anchor="ctr">
            <a:noAutofit/>
          </a:bodyPr>
          <a:lstStyle/>
          <a:p>
            <a:pPr marL="343080" indent="-34308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Clr>
                <a:srgbClr val="9ECD33"/>
              </a:buClr>
              <a:buFont typeface="Wingdings 2" charset="2"/>
              <a:buChar char=""/>
            </a:pPr>
            <a:r>
              <a:rPr lang="en-US" sz="1800" b="0" strike="noStrike" spc="-1">
                <a:solidFill>
                  <a:srgbClr val="FFFFFF"/>
                </a:solidFill>
                <a:latin typeface="Century Gothic"/>
              </a:rPr>
              <a:t>Click to edit Master text styles</a:t>
            </a:r>
            <a:endParaRPr lang="pl-PL" sz="1800" b="0" strike="noStrike" spc="-1">
              <a:solidFill>
                <a:srgbClr val="FFFFFF"/>
              </a:solidFill>
              <a:latin typeface="Century Gothic"/>
            </a:endParaRPr>
          </a:p>
          <a:p>
            <a:pPr marL="743040" lvl="1" indent="-28584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Clr>
                <a:srgbClr val="9ECD33"/>
              </a:buClr>
              <a:buFont typeface="Wingdings 2" charset="2"/>
              <a:buChar char=""/>
            </a:pPr>
            <a:r>
              <a:rPr lang="en-US" sz="1600" b="0" strike="noStrike" spc="-1">
                <a:solidFill>
                  <a:srgbClr val="FFFFFF"/>
                </a:solidFill>
                <a:latin typeface="Century Gothic"/>
              </a:rPr>
              <a:t>Second level</a:t>
            </a:r>
            <a:endParaRPr lang="pl-PL" sz="1600" b="0" strike="noStrike" spc="-1">
              <a:solidFill>
                <a:srgbClr val="FFFFFF"/>
              </a:solidFill>
              <a:latin typeface="Century Gothic"/>
            </a:endParaRPr>
          </a:p>
          <a:p>
            <a:pPr marL="1143000" lvl="2" indent="-22860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Clr>
                <a:srgbClr val="9ECD33"/>
              </a:buClr>
              <a:buFont typeface="Wingdings 2" charset="2"/>
              <a:buChar char=""/>
            </a:pPr>
            <a:r>
              <a:rPr lang="en-US" sz="1400" b="0" strike="noStrike" spc="-1">
                <a:solidFill>
                  <a:srgbClr val="FFFFFF"/>
                </a:solidFill>
                <a:latin typeface="Century Gothic"/>
              </a:rPr>
              <a:t>Third level</a:t>
            </a:r>
            <a:endParaRPr lang="pl-PL" sz="1400" b="0" strike="noStrike" spc="-1">
              <a:solidFill>
                <a:srgbClr val="FFFFFF"/>
              </a:solidFill>
              <a:latin typeface="Century Gothic"/>
            </a:endParaRPr>
          </a:p>
          <a:p>
            <a:pPr marL="1600200" lvl="3" indent="-228600">
              <a:lnSpc>
                <a:spcPct val="100000"/>
              </a:lnSpc>
              <a:spcBef>
                <a:spcPts val="241"/>
              </a:spcBef>
              <a:spcAft>
                <a:spcPts val="601"/>
              </a:spcAft>
              <a:buClr>
                <a:srgbClr val="9ECD33"/>
              </a:buClr>
              <a:buFont typeface="Wingdings 2" charset="2"/>
              <a:buChar char=""/>
            </a:pPr>
            <a:r>
              <a:rPr lang="en-US" sz="1200" b="0" strike="noStrike" spc="-1">
                <a:solidFill>
                  <a:srgbClr val="FFFFFF"/>
                </a:solidFill>
                <a:latin typeface="Century Gothic"/>
              </a:rPr>
              <a:t>Fourth level</a:t>
            </a:r>
            <a:endParaRPr lang="pl-PL" sz="1200" b="0" strike="noStrike" spc="-1">
              <a:solidFill>
                <a:srgbClr val="FFFFFF"/>
              </a:solidFill>
              <a:latin typeface="Century Gothic"/>
            </a:endParaRPr>
          </a:p>
          <a:p>
            <a:pPr marL="2057400" lvl="4" indent="-228600">
              <a:lnSpc>
                <a:spcPct val="100000"/>
              </a:lnSpc>
              <a:spcBef>
                <a:spcPts val="241"/>
              </a:spcBef>
              <a:spcAft>
                <a:spcPts val="601"/>
              </a:spcAft>
              <a:buClr>
                <a:srgbClr val="9ECD33"/>
              </a:buClr>
              <a:buFont typeface="Wingdings 2" charset="2"/>
              <a:buChar char=""/>
            </a:pPr>
            <a:r>
              <a:rPr lang="en-US" sz="1200" b="0" strike="noStrike" spc="-1">
                <a:solidFill>
                  <a:srgbClr val="FFFFFF"/>
                </a:solidFill>
                <a:latin typeface="Century Gothic"/>
              </a:rPr>
              <a:t>Fifth level</a:t>
            </a:r>
            <a:endParaRPr lang="pl-PL" sz="1200" b="0" strike="noStrike" spc="-1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dt" idx="4"/>
          </p:nvPr>
        </p:nvSpPr>
        <p:spPr>
          <a:xfrm>
            <a:off x="9334800" y="6041520"/>
            <a:ext cx="1343520" cy="3646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900" b="0" strike="noStrike" spc="-1">
                <a:solidFill>
                  <a:srgbClr val="FFFFFF"/>
                </a:solidFill>
                <a:latin typeface="Century Gothic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r>
              <a:rPr lang="en-US" sz="900" b="0" strike="noStrike" spc="-1">
                <a:solidFill>
                  <a:srgbClr val="FFFFFF"/>
                </a:solidFill>
                <a:latin typeface="Century Gothic"/>
              </a:rPr>
              <a:t>&lt;data/godzina&gt;</a:t>
            </a:r>
            <a:endParaRPr lang="pl-PL" sz="9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6" name="PlaceHolder 4"/>
          <p:cNvSpPr>
            <a:spLocks noGrp="1"/>
          </p:cNvSpPr>
          <p:nvPr>
            <p:ph type="ftr" idx="5"/>
          </p:nvPr>
        </p:nvSpPr>
        <p:spPr>
          <a:xfrm>
            <a:off x="451440" y="6041520"/>
            <a:ext cx="8643960" cy="3646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ctr">
              <a:buNone/>
              <a:defRPr lang="pl-PL" sz="1400" b="0" strike="noStrike" spc="-1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l-PL" sz="1400" b="0" strike="noStrike" spc="-1">
                <a:solidFill>
                  <a:srgbClr val="FFFFFF"/>
                </a:solidFill>
                <a:latin typeface="Times New Roman"/>
              </a:rPr>
              <a:t>&lt;stopka&gt;</a:t>
            </a:r>
          </a:p>
        </p:txBody>
      </p:sp>
      <p:sp>
        <p:nvSpPr>
          <p:cNvPr id="47" name="PlaceHolder 5"/>
          <p:cNvSpPr>
            <a:spLocks noGrp="1"/>
          </p:cNvSpPr>
          <p:nvPr>
            <p:ph type="sldNum" idx="6"/>
          </p:nvPr>
        </p:nvSpPr>
        <p:spPr>
          <a:xfrm>
            <a:off x="10678320" y="5915880"/>
            <a:ext cx="1061640" cy="490320"/>
          </a:xfrm>
          <a:prstGeom prst="rect">
            <a:avLst/>
          </a:prstGeom>
          <a:noFill/>
          <a:ln w="0">
            <a:noFill/>
          </a:ln>
        </p:spPr>
        <p:txBody>
          <a:bodyPr bIns="1080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2000" b="0" strike="noStrike" spc="-1">
                <a:solidFill>
                  <a:schemeClr val="accent1"/>
                </a:solidFill>
                <a:latin typeface="Century Gothic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E652A03-21FD-49C2-B048-7B5B37FE2590}" type="slidenum">
              <a:rPr lang="en-US" sz="2000" b="0" strike="noStrike" spc="-1">
                <a:solidFill>
                  <a:schemeClr val="accent1"/>
                </a:solidFill>
                <a:latin typeface="Century Gothic"/>
              </a:rPr>
              <a:t>‹#›</a:t>
            </a:fld>
            <a:endParaRPr lang="pl-PL" sz="2000" b="0" strike="noStrike" spc="-1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4" name="Rectangle 14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entury Gothic"/>
            </a:endParaRPr>
          </a:p>
        </p:txBody>
      </p:sp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810000" y="847440"/>
            <a:ext cx="10571760" cy="2188800"/>
          </a:xfrm>
          <a:prstGeom prst="rect">
            <a:avLst/>
          </a:prstGeom>
          <a:noFill/>
          <a:ln w="0">
            <a:noFill/>
          </a:ln>
          <a:effectLst>
            <a:outerShdw blurRad="50760" rotWithShape="0">
              <a:srgbClr val="000000">
                <a:alpha val="60000"/>
              </a:srgbClr>
            </a:outerShdw>
          </a:effectLst>
        </p:spPr>
        <p:txBody>
          <a:bodyPr anchor="t">
            <a:normAutofit/>
          </a:bodyPr>
          <a:lstStyle/>
          <a:p>
            <a:pPr indent="0" algn="ctr">
              <a:lnSpc>
                <a:spcPct val="90000"/>
              </a:lnSpc>
              <a:buNone/>
            </a:pPr>
            <a:r>
              <a:rPr lang="pl-PL" sz="5000" b="1" strike="noStrike" spc="-1">
                <a:solidFill>
                  <a:srgbClr val="FFFFFF"/>
                </a:solidFill>
                <a:latin typeface="Century Gothic"/>
              </a:rPr>
              <a:t>Aplikacja do dokumentowania wizyt u lekarza i przeglądania historii pacjenta.</a:t>
            </a:r>
            <a:endParaRPr lang="pl-PL" sz="5000" b="0" strike="noStrike" spc="-1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 type="subTitle"/>
          </p:nvPr>
        </p:nvSpPr>
        <p:spPr>
          <a:xfrm>
            <a:off x="810000" y="2270880"/>
            <a:ext cx="10571760" cy="1880640"/>
          </a:xfrm>
          <a:prstGeom prst="rect">
            <a:avLst/>
          </a:prstGeom>
          <a:noFill/>
          <a:ln w="0">
            <a:noFill/>
          </a:ln>
          <a:effectLst>
            <a:outerShdw blurRad="50760" rotWithShape="0">
              <a:srgbClr val="000000">
                <a:alpha val="40000"/>
              </a:srgbClr>
            </a:outerShdw>
          </a:effectLst>
        </p:spPr>
        <p:txBody>
          <a:bodyPr anchor="b">
            <a:normAutofit/>
          </a:bodyPr>
          <a:lstStyle/>
          <a:p>
            <a:pPr indent="0" algn="ctr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None/>
              <a:tabLst>
                <a:tab pos="0" algn="l"/>
              </a:tabLst>
            </a:pPr>
            <a:r>
              <a:rPr lang="pl-PL" sz="2000" b="0" strike="noStrike" spc="-1">
                <a:solidFill>
                  <a:srgbClr val="FFFFFF"/>
                </a:solidFill>
                <a:latin typeface="Century Gothic"/>
              </a:rPr>
              <a:t>Marcin Rycek, Mateusz Kowal, Jakub Tracz</a:t>
            </a:r>
            <a:endParaRPr lang="pl-PL" sz="2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" name="Freeform: Shape 16"/>
          <p:cNvSpPr/>
          <p:nvPr/>
        </p:nvSpPr>
        <p:spPr>
          <a:xfrm rot="10800000">
            <a:off x="360" y="5388480"/>
            <a:ext cx="12191760" cy="146916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1469160"/>
              <a:gd name="textAreaBottom" fmla="*/ 1469520 h 1469160"/>
            </a:gdLst>
            <a:ahLst/>
            <a:cxnLst/>
            <a:rect l="textAreaLeft" t="textAreaTop" r="textAreaRight" b="textAreaBottom"/>
            <a:pathLst>
              <a:path w="12192000" h="1469616">
                <a:moveTo>
                  <a:pt x="6113881" y="1469616"/>
                </a:moveTo>
                <a:lnTo>
                  <a:pt x="6101181" y="1469616"/>
                </a:lnTo>
                <a:lnTo>
                  <a:pt x="6090598" y="1469616"/>
                </a:lnTo>
                <a:lnTo>
                  <a:pt x="6077897" y="1464854"/>
                </a:lnTo>
                <a:lnTo>
                  <a:pt x="6065198" y="1460091"/>
                </a:lnTo>
                <a:lnTo>
                  <a:pt x="6056731" y="1456916"/>
                </a:lnTo>
                <a:lnTo>
                  <a:pt x="5678033" y="1172892"/>
                </a:lnTo>
                <a:lnTo>
                  <a:pt x="0" y="1172892"/>
                </a:lnTo>
                <a:lnTo>
                  <a:pt x="0" y="1162370"/>
                </a:lnTo>
                <a:lnTo>
                  <a:pt x="0" y="403347"/>
                </a:lnTo>
                <a:lnTo>
                  <a:pt x="0" y="0"/>
                </a:lnTo>
                <a:lnTo>
                  <a:pt x="12192000" y="0"/>
                </a:lnTo>
                <a:lnTo>
                  <a:pt x="12192000" y="403347"/>
                </a:lnTo>
                <a:lnTo>
                  <a:pt x="12192000" y="1162370"/>
                </a:lnTo>
                <a:lnTo>
                  <a:pt x="12192000" y="1172892"/>
                </a:lnTo>
                <a:lnTo>
                  <a:pt x="6524330" y="1172892"/>
                </a:lnTo>
                <a:lnTo>
                  <a:pt x="6145631" y="1456916"/>
                </a:lnTo>
                <a:lnTo>
                  <a:pt x="6137163" y="1460091"/>
                </a:lnTo>
                <a:lnTo>
                  <a:pt x="6124463" y="1464854"/>
                </a:lnTo>
                <a:close/>
              </a:path>
            </a:pathLst>
          </a:custGeom>
          <a:blipFill rotWithShape="0">
            <a:blip r:embed="rId2"/>
            <a:srcRect/>
            <a:tile tx="0" ty="0" sx="99978" sy="99978" algn="tl"/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810000" y="447120"/>
            <a:ext cx="10571760" cy="970200"/>
          </a:xfrm>
          <a:prstGeom prst="rect">
            <a:avLst/>
          </a:prstGeom>
          <a:noFill/>
          <a:ln w="0">
            <a:noFill/>
          </a:ln>
          <a:effectLst>
            <a:outerShdw blurRad="50760" rotWithShape="0">
              <a:srgbClr val="000000">
                <a:alpha val="60000"/>
              </a:srgbClr>
            </a:outerShdw>
          </a:effectLst>
        </p:spPr>
        <p:txBody>
          <a:bodyPr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pl-PL" sz="4000" b="1" strike="noStrike" spc="-1">
                <a:solidFill>
                  <a:srgbClr val="FEFEFE"/>
                </a:solidFill>
                <a:latin typeface="Century Gothic"/>
              </a:rPr>
              <a:t>Motywacja:</a:t>
            </a:r>
            <a:endParaRPr lang="pl-PL" sz="4000" b="0" strike="noStrike" spc="-1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/>
          </p:nvPr>
        </p:nvSpPr>
        <p:spPr>
          <a:xfrm>
            <a:off x="818640" y="2222280"/>
            <a:ext cx="10554120" cy="3636000"/>
          </a:xfrm>
          <a:prstGeom prst="rect">
            <a:avLst/>
          </a:prstGeom>
          <a:noFill/>
          <a:ln w="0">
            <a:noFill/>
          </a:ln>
          <a:effectLst>
            <a:outerShdw blurRad="50760" rotWithShape="0">
              <a:srgbClr val="000000">
                <a:alpha val="40000"/>
              </a:srgbClr>
            </a:outerShdw>
          </a:effectLst>
        </p:spPr>
        <p:txBody>
          <a:bodyPr anchor="ctr">
            <a:normAutofit/>
          </a:bodyPr>
          <a:lstStyle/>
          <a:p>
            <a:pPr indent="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FFFFFF"/>
                </a:solidFill>
                <a:latin typeface="Century Gothic"/>
                <a:ea typeface="Century Gothic"/>
              </a:rPr>
              <a:t>W wielu placówkach medycznych dokumentacja wizyt i wyników badań bywa rozproszona (różne systemy, papierowe dokumenty), co utrudnia szybki dostęp do historii leczenia i zwiększa ryzyko pomyłek. Pacjenci nie mają wygodnego wglądu w swoje historie wizyt czy zalecenia.</a:t>
            </a:r>
            <a:endParaRPr lang="pl-PL" sz="1400" b="0" strike="noStrike" spc="-1">
              <a:solidFill>
                <a:srgbClr val="FFFFFF"/>
              </a:solidFill>
              <a:latin typeface="Century Gothic"/>
            </a:endParaRPr>
          </a:p>
          <a:p>
            <a:pPr indent="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FFFFFF"/>
                </a:solidFill>
                <a:latin typeface="Century Gothic"/>
                <a:ea typeface="Century Gothic"/>
              </a:rPr>
              <a:t>Celem projektu jest stworzenie jednej, prostej aplikacji, która:</a:t>
            </a:r>
            <a:endParaRPr lang="pl-PL" sz="1400" b="0" strike="noStrike" spc="-1">
              <a:solidFill>
                <a:srgbClr val="FFFFFF"/>
              </a:solidFill>
              <a:latin typeface="Century Gothic"/>
            </a:endParaRPr>
          </a:p>
          <a:p>
            <a:pPr marL="285840" indent="-28584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Clr>
                <a:srgbClr val="9ECD33"/>
              </a:buClr>
              <a:buFont typeface="Wingdings 2" charset="2"/>
              <a:buChar char=""/>
              <a:tabLst>
                <a:tab pos="0" algn="l"/>
              </a:tabLst>
            </a:pPr>
            <a:r>
              <a:rPr lang="en-US" sz="1400" b="0" strike="noStrike" spc="-1">
                <a:solidFill>
                  <a:srgbClr val="FFFFFF"/>
                </a:solidFill>
                <a:latin typeface="Century Gothic"/>
                <a:ea typeface="Century Gothic"/>
              </a:rPr>
              <a:t>umożliwia pacjentowi łatwe przeglądanie historii wizyt i wyników po zalogowaniu</a:t>
            </a:r>
            <a:endParaRPr lang="pl-PL" sz="1400" b="0" strike="noStrike" spc="-1">
              <a:solidFill>
                <a:srgbClr val="FFFFFF"/>
              </a:solidFill>
              <a:latin typeface="Century Gothic"/>
            </a:endParaRPr>
          </a:p>
          <a:p>
            <a:pPr marL="285840" indent="-28584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Clr>
                <a:srgbClr val="9ECD33"/>
              </a:buClr>
              <a:buFont typeface="Wingdings 2" charset="2"/>
              <a:buChar char=""/>
              <a:tabLst>
                <a:tab pos="0" algn="l"/>
              </a:tabLst>
            </a:pPr>
            <a:r>
              <a:rPr lang="en-US" sz="1400" b="0" strike="noStrike" spc="-1">
                <a:solidFill>
                  <a:srgbClr val="FFFFFF"/>
                </a:solidFill>
                <a:latin typeface="Century Gothic"/>
                <a:ea typeface="Century Gothic"/>
              </a:rPr>
              <a:t>pozwala lekarzowi szybko odnaleźć dane pacjenta po wpisaniu jego kodu i przeanalizować historię chorób Pacjenta </a:t>
            </a:r>
            <a:endParaRPr lang="pl-PL" sz="1400" b="0" strike="noStrike" spc="-1">
              <a:solidFill>
                <a:srgbClr val="FFFFFF"/>
              </a:solidFill>
              <a:latin typeface="Century Gothic"/>
            </a:endParaRPr>
          </a:p>
          <a:p>
            <a:pPr marL="285840" indent="-28584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Clr>
                <a:srgbClr val="9ECD33"/>
              </a:buClr>
              <a:buFont typeface="Wingdings 2" charset="2"/>
              <a:buChar char=""/>
              <a:tabLst>
                <a:tab pos="0" algn="l"/>
              </a:tabLst>
            </a:pPr>
            <a:r>
              <a:rPr lang="en-US" sz="1400" b="0" strike="noStrike" spc="-1">
                <a:solidFill>
                  <a:srgbClr val="FFFFFF"/>
                </a:solidFill>
                <a:latin typeface="Century Gothic"/>
                <a:ea typeface="Century Gothic"/>
              </a:rPr>
              <a:t>daje laborantowi możliwość szybkiego dodawania wyników badań </a:t>
            </a:r>
            <a:endParaRPr lang="pl-PL" sz="1400" b="0" strike="noStrike" spc="-1">
              <a:solidFill>
                <a:srgbClr val="FFFFFF"/>
              </a:solidFill>
              <a:latin typeface="Century Gothic"/>
            </a:endParaRPr>
          </a:p>
          <a:p>
            <a:pPr indent="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FFFFFF"/>
                </a:solidFill>
                <a:latin typeface="Century Gothic"/>
                <a:ea typeface="Century Gothic"/>
              </a:rPr>
              <a:t>Dzięki temu system usprawnia pracę personelu, poprawia organizację danych i zwiększa dostępność informacji medycznych dla Pacjentów.</a:t>
            </a:r>
            <a:endParaRPr lang="pl-PL" sz="1400" b="0" strike="noStrike" spc="-1">
              <a:solidFill>
                <a:srgbClr val="FFFFFF"/>
              </a:solidFill>
              <a:latin typeface="Century Gothic"/>
            </a:endParaRPr>
          </a:p>
          <a:p>
            <a:pPr indent="0">
              <a:lnSpc>
                <a:spcPct val="90000"/>
              </a:lnSpc>
              <a:spcBef>
                <a:spcPts val="281"/>
              </a:spcBef>
              <a:spcAft>
                <a:spcPts val="601"/>
              </a:spcAft>
              <a:buNone/>
              <a:tabLst>
                <a:tab pos="0" algn="l"/>
              </a:tabLst>
            </a:pPr>
            <a:endParaRPr lang="pl-PL" sz="1400" b="0" strike="noStrike" spc="-1">
              <a:solidFill>
                <a:srgbClr val="FFFFFF"/>
              </a:solidFill>
              <a:latin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0" name="Rectangle 28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entury Gothic"/>
            </a:endParaRPr>
          </a:p>
        </p:txBody>
      </p:sp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810000" y="447120"/>
            <a:ext cx="10571760" cy="970200"/>
          </a:xfrm>
          <a:prstGeom prst="rect">
            <a:avLst/>
          </a:prstGeom>
          <a:noFill/>
          <a:ln w="0">
            <a:noFill/>
          </a:ln>
          <a:effectLst>
            <a:outerShdw blurRad="50760" rotWithShape="0">
              <a:srgbClr val="000000">
                <a:alpha val="60000"/>
              </a:srgbClr>
            </a:outerShdw>
          </a:effectLst>
        </p:spPr>
        <p:txBody>
          <a:bodyPr anchor="ctr">
            <a:norm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en-US" sz="3200" b="1" strike="noStrike" spc="-1">
                <a:solidFill>
                  <a:srgbClr val="FFFFFF"/>
                </a:solidFill>
                <a:latin typeface="Century Gothic"/>
              </a:rPr>
              <a:t>Cele:</a:t>
            </a:r>
            <a:endParaRPr lang="pl-PL" sz="3200" b="0" strike="noStrike" spc="-1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92" name="pole tekstowe 6"/>
          <p:cNvSpPr/>
          <p:nvPr/>
        </p:nvSpPr>
        <p:spPr>
          <a:xfrm>
            <a:off x="818640" y="1610640"/>
            <a:ext cx="10554120" cy="3636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overflow" horzOverflow="overflow" numCol="1" spcCol="0" anchor="ctr">
            <a:normAutofit/>
          </a:bodyPr>
          <a:lstStyle/>
          <a:p>
            <a:pPr marL="285840" indent="-285840">
              <a:lnSpc>
                <a:spcPct val="90000"/>
              </a:lnSpc>
              <a:spcBef>
                <a:spcPts val="281"/>
              </a:spcBef>
              <a:spcAft>
                <a:spcPts val="601"/>
              </a:spcAft>
              <a:buClr>
                <a:srgbClr val="9ECD33"/>
              </a:buClr>
              <a:buFont typeface="Wingdings 2" charset="2"/>
              <a:buChar char=""/>
            </a:pPr>
            <a:r>
              <a:rPr lang="en-US" sz="1400" b="1" strike="noStrike" spc="-1">
                <a:solidFill>
                  <a:srgbClr val="FFFFFF"/>
                </a:solidFill>
                <a:latin typeface="Century Gothic"/>
              </a:rPr>
              <a:t>Historia wizyt dla pacjenta:</a:t>
            </a:r>
            <a:r>
              <a:rPr lang="en-US" sz="1400" b="0" strike="noStrike" spc="-1">
                <a:solidFill>
                  <a:srgbClr val="FFFFFF"/>
                </a:solidFill>
                <a:latin typeface="Century Gothic"/>
              </a:rPr>
              <a:t> pacjent po zalogowaniu widzi </a:t>
            </a:r>
            <a:r>
              <a:rPr lang="en-US" sz="1400" b="1" strike="noStrike" spc="-1">
                <a:solidFill>
                  <a:srgbClr val="FFFFFF"/>
                </a:solidFill>
                <a:latin typeface="Century Gothic"/>
              </a:rPr>
              <a:t>pełną historię swoich wizyt</a:t>
            </a:r>
            <a:r>
              <a:rPr lang="en-US" sz="1400" b="0" strike="noStrike" spc="-1">
                <a:solidFill>
                  <a:srgbClr val="FFFFFF"/>
                </a:solidFill>
                <a:latin typeface="Century Gothic"/>
              </a:rPr>
              <a:t>, wraz z podstawowymi informacjami (data, lekarz, zalecenia) oraz dodane przez Laborantów wyniki badań.</a:t>
            </a:r>
            <a:endParaRPr lang="pl-PL" sz="14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90000"/>
              </a:lnSpc>
              <a:spcBef>
                <a:spcPts val="281"/>
              </a:spcBef>
              <a:spcAft>
                <a:spcPts val="601"/>
              </a:spcAft>
            </a:pPr>
            <a:endParaRPr lang="pl-PL" sz="1400" b="0" strike="noStrike" spc="-1">
              <a:solidFill>
                <a:srgbClr val="FFFFFF"/>
              </a:solidFill>
              <a:latin typeface="Arial"/>
            </a:endParaRPr>
          </a:p>
          <a:p>
            <a:pPr marL="285840" indent="-285840">
              <a:lnSpc>
                <a:spcPct val="90000"/>
              </a:lnSpc>
              <a:spcBef>
                <a:spcPts val="281"/>
              </a:spcBef>
              <a:spcAft>
                <a:spcPts val="601"/>
              </a:spcAft>
              <a:buClr>
                <a:srgbClr val="9ECD33"/>
              </a:buClr>
              <a:buFont typeface="Wingdings 2" charset="2"/>
              <a:buChar char=""/>
            </a:pPr>
            <a:r>
              <a:rPr lang="en-US" sz="1400" b="1" strike="noStrike" spc="-1">
                <a:solidFill>
                  <a:srgbClr val="FFFFFF"/>
                </a:solidFill>
                <a:latin typeface="Century Gothic"/>
              </a:rPr>
              <a:t>Historia wizyt dla Lekarza:</a:t>
            </a:r>
            <a:r>
              <a:rPr lang="en-US" sz="1400" b="0" strike="noStrike" spc="-1">
                <a:solidFill>
                  <a:srgbClr val="FFFFFF"/>
                </a:solidFill>
                <a:latin typeface="Century Gothic"/>
              </a:rPr>
              <a:t> Lekarz </a:t>
            </a:r>
            <a:r>
              <a:rPr lang="en-US" sz="1400" b="1" strike="noStrike" spc="-1">
                <a:solidFill>
                  <a:srgbClr val="FFFFFF"/>
                </a:solidFill>
                <a:latin typeface="Century Gothic"/>
              </a:rPr>
              <a:t>wpisuje kod pacjenta</a:t>
            </a:r>
            <a:r>
              <a:rPr lang="en-US" sz="1400" b="0" strike="noStrike" spc="-1">
                <a:solidFill>
                  <a:srgbClr val="FFFFFF"/>
                </a:solidFill>
                <a:latin typeface="Century Gothic"/>
              </a:rPr>
              <a:t>, a system wyświetla mu dane pacjenta i </a:t>
            </a:r>
            <a:r>
              <a:rPr lang="en-US" sz="1400" b="1" strike="noStrike" spc="-1">
                <a:solidFill>
                  <a:srgbClr val="FFFFFF"/>
                </a:solidFill>
                <a:latin typeface="Century Gothic"/>
              </a:rPr>
              <a:t>jego wcześniejsze wizyty</a:t>
            </a:r>
            <a:r>
              <a:rPr lang="en-US" sz="1400" b="0" strike="noStrike" spc="-1">
                <a:solidFill>
                  <a:srgbClr val="FFFFFF"/>
                </a:solidFill>
                <a:latin typeface="Century Gothic"/>
              </a:rPr>
              <a:t> (np. przebieg leczenia, poprzednie diagnozy, zalecenia).</a:t>
            </a:r>
            <a:endParaRPr lang="pl-PL" sz="14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90000"/>
              </a:lnSpc>
              <a:spcBef>
                <a:spcPts val="281"/>
              </a:spcBef>
              <a:spcAft>
                <a:spcPts val="601"/>
              </a:spcAft>
            </a:pPr>
            <a:endParaRPr lang="pl-PL" sz="1400" b="0" strike="noStrike" spc="-1">
              <a:solidFill>
                <a:srgbClr val="FFFFFF"/>
              </a:solidFill>
              <a:latin typeface="Arial"/>
            </a:endParaRPr>
          </a:p>
          <a:p>
            <a:pPr marL="285840" indent="-285840">
              <a:lnSpc>
                <a:spcPct val="90000"/>
              </a:lnSpc>
              <a:spcBef>
                <a:spcPts val="281"/>
              </a:spcBef>
              <a:spcAft>
                <a:spcPts val="601"/>
              </a:spcAft>
              <a:buClr>
                <a:srgbClr val="9ECD33"/>
              </a:buClr>
              <a:buFont typeface="Wingdings 2" charset="2"/>
              <a:buChar char=""/>
            </a:pPr>
            <a:r>
              <a:rPr lang="en-US" sz="1400" b="1" strike="noStrike" spc="-1">
                <a:solidFill>
                  <a:srgbClr val="FFFFFF"/>
                </a:solidFill>
                <a:latin typeface="Century Gothic"/>
              </a:rPr>
              <a:t>Dodawanie wyników przez Laboranta:</a:t>
            </a:r>
            <a:r>
              <a:rPr lang="en-US" sz="1400" b="0" strike="noStrike" spc="-1">
                <a:solidFill>
                  <a:srgbClr val="FFFFFF"/>
                </a:solidFill>
                <a:latin typeface="Century Gothic"/>
              </a:rPr>
              <a:t> Laborant </a:t>
            </a:r>
            <a:r>
              <a:rPr lang="en-US" sz="1400" b="1" strike="noStrike" spc="-1">
                <a:solidFill>
                  <a:srgbClr val="FFFFFF"/>
                </a:solidFill>
                <a:latin typeface="Century Gothic"/>
              </a:rPr>
              <a:t>dodaje wyniki badań</a:t>
            </a:r>
            <a:r>
              <a:rPr lang="en-US" sz="1400" b="0" strike="noStrike" spc="-1">
                <a:solidFill>
                  <a:srgbClr val="FFFFFF"/>
                </a:solidFill>
                <a:latin typeface="Century Gothic"/>
              </a:rPr>
              <a:t> po podaniu </a:t>
            </a:r>
            <a:r>
              <a:rPr lang="en-US" sz="1400" b="1" strike="noStrike" spc="-1">
                <a:solidFill>
                  <a:srgbClr val="FFFFFF"/>
                </a:solidFill>
                <a:latin typeface="Century Gothic"/>
              </a:rPr>
              <a:t>kodu pacjenta</a:t>
            </a:r>
            <a:r>
              <a:rPr lang="en-US" sz="1400" b="0" strike="noStrike" spc="-1">
                <a:solidFill>
                  <a:srgbClr val="FFFFFF"/>
                </a:solidFill>
                <a:latin typeface="Century Gothic"/>
              </a:rPr>
              <a:t>.</a:t>
            </a:r>
            <a:endParaRPr lang="pl-PL" sz="14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90000"/>
              </a:lnSpc>
              <a:spcBef>
                <a:spcPts val="281"/>
              </a:spcBef>
              <a:spcAft>
                <a:spcPts val="601"/>
              </a:spcAft>
            </a:pPr>
            <a:endParaRPr lang="pl-PL" sz="1400" b="0" strike="noStrike" spc="-1">
              <a:solidFill>
                <a:srgbClr val="FFFFFF"/>
              </a:solidFill>
              <a:latin typeface="Arial"/>
            </a:endParaRPr>
          </a:p>
          <a:p>
            <a:pPr marL="285840" indent="-285840">
              <a:lnSpc>
                <a:spcPct val="90000"/>
              </a:lnSpc>
              <a:spcBef>
                <a:spcPts val="281"/>
              </a:spcBef>
              <a:spcAft>
                <a:spcPts val="601"/>
              </a:spcAft>
              <a:buClr>
                <a:srgbClr val="9ECD33"/>
              </a:buClr>
              <a:buFont typeface="Wingdings 2" charset="2"/>
              <a:buChar char=""/>
            </a:pPr>
            <a:r>
              <a:rPr lang="en-US" sz="1400" b="1" strike="noStrike" spc="-1">
                <a:solidFill>
                  <a:srgbClr val="FFFFFF"/>
                </a:solidFill>
                <a:latin typeface="Century Gothic"/>
              </a:rPr>
              <a:t>Bezpieczeństwo i rozdzielenie uprawnień:</a:t>
            </a:r>
            <a:r>
              <a:rPr lang="en-US" sz="1400" b="0" strike="noStrike" spc="-1">
                <a:solidFill>
                  <a:srgbClr val="FFFFFF"/>
                </a:solidFill>
                <a:latin typeface="Century Gothic"/>
              </a:rPr>
              <a:t> Tymczasowy kod Pacjenta zapewnia bezpieczeństwo dla danych. Każdy widzi tylko to, do czego ma dostęp. Pacjent – swoje dane, Lekarz – dane pacjenta po podaniu kodu, Laborant – formularz wyników.</a:t>
            </a:r>
            <a:endParaRPr lang="pl-PL" sz="14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90000"/>
              </a:lnSpc>
              <a:spcBef>
                <a:spcPts val="281"/>
              </a:spcBef>
              <a:spcAft>
                <a:spcPts val="601"/>
              </a:spcAft>
            </a:pPr>
            <a:endParaRPr lang="pl-PL" sz="14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90000"/>
              </a:lnSpc>
              <a:spcBef>
                <a:spcPts val="281"/>
              </a:spcBef>
              <a:spcAft>
                <a:spcPts val="601"/>
              </a:spcAft>
            </a:pPr>
            <a:endParaRPr lang="pl-PL" sz="1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Freeform: Shape 30"/>
          <p:cNvSpPr/>
          <p:nvPr/>
        </p:nvSpPr>
        <p:spPr>
          <a:xfrm rot="10800000">
            <a:off x="360" y="5388480"/>
            <a:ext cx="12191760" cy="146916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1469160"/>
              <a:gd name="textAreaBottom" fmla="*/ 1469520 h 1469160"/>
            </a:gdLst>
            <a:ahLst/>
            <a:cxnLst/>
            <a:rect l="textAreaLeft" t="textAreaTop" r="textAreaRight" b="textAreaBottom"/>
            <a:pathLst>
              <a:path w="12192000" h="1469616">
                <a:moveTo>
                  <a:pt x="6113881" y="1469616"/>
                </a:moveTo>
                <a:lnTo>
                  <a:pt x="6101181" y="1469616"/>
                </a:lnTo>
                <a:lnTo>
                  <a:pt x="6090598" y="1469616"/>
                </a:lnTo>
                <a:lnTo>
                  <a:pt x="6077897" y="1464854"/>
                </a:lnTo>
                <a:lnTo>
                  <a:pt x="6065198" y="1460091"/>
                </a:lnTo>
                <a:lnTo>
                  <a:pt x="6056731" y="1456916"/>
                </a:lnTo>
                <a:lnTo>
                  <a:pt x="5678033" y="1172892"/>
                </a:lnTo>
                <a:lnTo>
                  <a:pt x="0" y="1172892"/>
                </a:lnTo>
                <a:lnTo>
                  <a:pt x="0" y="1162370"/>
                </a:lnTo>
                <a:lnTo>
                  <a:pt x="0" y="403347"/>
                </a:lnTo>
                <a:lnTo>
                  <a:pt x="0" y="0"/>
                </a:lnTo>
                <a:lnTo>
                  <a:pt x="12192000" y="0"/>
                </a:lnTo>
                <a:lnTo>
                  <a:pt x="12192000" y="403347"/>
                </a:lnTo>
                <a:lnTo>
                  <a:pt x="12192000" y="1162370"/>
                </a:lnTo>
                <a:lnTo>
                  <a:pt x="12192000" y="1172892"/>
                </a:lnTo>
                <a:lnTo>
                  <a:pt x="6524330" y="1172892"/>
                </a:lnTo>
                <a:lnTo>
                  <a:pt x="6145631" y="1456916"/>
                </a:lnTo>
                <a:lnTo>
                  <a:pt x="6137163" y="1460091"/>
                </a:lnTo>
                <a:lnTo>
                  <a:pt x="6124463" y="1464854"/>
                </a:lnTo>
                <a:close/>
              </a:path>
            </a:pathLst>
          </a:custGeom>
          <a:blipFill rotWithShape="0">
            <a:blip r:embed="rId2"/>
            <a:srcRect/>
            <a:tile tx="0" ty="0" sx="99978" sy="99978" algn="tl"/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810000" y="447120"/>
            <a:ext cx="10571760" cy="970200"/>
          </a:xfrm>
          <a:prstGeom prst="rect">
            <a:avLst/>
          </a:prstGeom>
          <a:noFill/>
          <a:ln w="0">
            <a:noFill/>
          </a:ln>
          <a:effectLst>
            <a:outerShdw blurRad="50760" rotWithShape="0">
              <a:srgbClr val="000000">
                <a:alpha val="60000"/>
              </a:srgbClr>
            </a:outerShdw>
          </a:effectLst>
        </p:spPr>
        <p:txBody>
          <a:bodyPr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pl-PL" sz="4000" b="0" strike="noStrike" spc="-1">
                <a:solidFill>
                  <a:srgbClr val="FEFEFE"/>
                </a:solidFill>
                <a:latin typeface="Century Gothic"/>
                <a:ea typeface="Century Gothic"/>
              </a:rPr>
              <a:t>Aktualny postęp: Logowanie/Rejestracja</a:t>
            </a:r>
            <a:endParaRPr lang="pl-PL" sz="4000" b="0" strike="noStrike" spc="-1">
              <a:solidFill>
                <a:srgbClr val="FFFFFF"/>
              </a:solidFill>
              <a:latin typeface="Century Gothic"/>
            </a:endParaRPr>
          </a:p>
        </p:txBody>
      </p:sp>
      <p:pic>
        <p:nvPicPr>
          <p:cNvPr id="95" name="Symbol zastępczy zawartości 4" descr="Obraz zawierający tekst, zrzut ekranu, Czcionka, numer&#10;&#10;Zawartość wygenerowana przez AI może być niepoprawna."/>
          <p:cNvPicPr/>
          <p:nvPr/>
        </p:nvPicPr>
        <p:blipFill>
          <a:blip r:embed="rId2"/>
          <a:stretch/>
        </p:blipFill>
        <p:spPr>
          <a:xfrm>
            <a:off x="1604520" y="2340000"/>
            <a:ext cx="3075480" cy="4219560"/>
          </a:xfrm>
          <a:prstGeom prst="rect">
            <a:avLst/>
          </a:prstGeom>
          <a:ln w="0">
            <a:noFill/>
          </a:ln>
          <a:effectLst>
            <a:outerShdw blurRad="50760">
              <a:srgbClr val="000000">
                <a:alpha val="40000"/>
              </a:srgbClr>
            </a:outerShdw>
          </a:effectLst>
        </p:spPr>
      </p:pic>
      <p:pic>
        <p:nvPicPr>
          <p:cNvPr id="96" name="Obraz 5" descr="Obraz zawierający tekst, zrzut ekranu, Czcionka, numer&#10;&#10;Zawartość wygenerowana przez AI może być niepoprawna."/>
          <p:cNvPicPr/>
          <p:nvPr/>
        </p:nvPicPr>
        <p:blipFill>
          <a:blip r:embed="rId3"/>
          <a:stretch/>
        </p:blipFill>
        <p:spPr>
          <a:xfrm>
            <a:off x="7779240" y="2160000"/>
            <a:ext cx="2660760" cy="443376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810000" y="447120"/>
            <a:ext cx="10571760" cy="970200"/>
          </a:xfrm>
          <a:prstGeom prst="rect">
            <a:avLst/>
          </a:prstGeom>
          <a:noFill/>
          <a:ln w="0">
            <a:noFill/>
          </a:ln>
          <a:effectLst>
            <a:outerShdw blurRad="50760" rotWithShape="0">
              <a:srgbClr val="000000">
                <a:alpha val="60000"/>
              </a:srgbClr>
            </a:outerShdw>
          </a:effectLst>
        </p:spPr>
        <p:txBody>
          <a:bodyPr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pl-PL" sz="4000" b="0" strike="noStrike" spc="-1">
                <a:solidFill>
                  <a:srgbClr val="FEFEFE"/>
                </a:solidFill>
                <a:latin typeface="Century Gothic"/>
                <a:ea typeface="Century Gothic"/>
              </a:rPr>
              <a:t>Aktualny postęp: Interfejs Pacjenta</a:t>
            </a:r>
            <a:endParaRPr lang="pl-PL" sz="4000" b="0" strike="noStrike" spc="-1">
              <a:solidFill>
                <a:srgbClr val="FFFFFF"/>
              </a:solidFill>
              <a:latin typeface="Century Gothic"/>
            </a:endParaRPr>
          </a:p>
        </p:txBody>
      </p:sp>
      <p:pic>
        <p:nvPicPr>
          <p:cNvPr id="98" name="Symbol zastępczy zawartości 8" descr="Obraz zawierający tekst, zrzut ekranu, oprogramowanie, Strona internetowa&#10;&#10;Zawartość wygenerowana przez AI może być niepoprawna."/>
          <p:cNvPicPr/>
          <p:nvPr/>
        </p:nvPicPr>
        <p:blipFill>
          <a:blip r:embed="rId2"/>
          <a:stretch/>
        </p:blipFill>
        <p:spPr>
          <a:xfrm>
            <a:off x="3383640" y="1986480"/>
            <a:ext cx="6696360" cy="4673520"/>
          </a:xfrm>
          <a:prstGeom prst="rect">
            <a:avLst/>
          </a:prstGeom>
          <a:ln w="0">
            <a:noFill/>
          </a:ln>
          <a:effectLst>
            <a:outerShdw blurRad="5076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810000" y="447120"/>
            <a:ext cx="10571760" cy="970200"/>
          </a:xfrm>
          <a:prstGeom prst="rect">
            <a:avLst/>
          </a:prstGeom>
          <a:noFill/>
          <a:ln w="0">
            <a:noFill/>
          </a:ln>
          <a:effectLst>
            <a:outerShdw blurRad="50760" rotWithShape="0">
              <a:srgbClr val="000000">
                <a:alpha val="60000"/>
              </a:srgbClr>
            </a:outerShdw>
          </a:effectLst>
        </p:spPr>
        <p:txBody>
          <a:bodyPr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pl-PL" sz="4000" b="0" strike="noStrike" spc="-1">
                <a:solidFill>
                  <a:srgbClr val="FEFEFE"/>
                </a:solidFill>
                <a:latin typeface="Century Gothic"/>
                <a:ea typeface="Century Gothic"/>
              </a:rPr>
              <a:t>Aktualny postęp: Interfejs Pacjenta</a:t>
            </a:r>
            <a:endParaRPr lang="pl-PL" sz="4000" b="0" strike="noStrike" spc="-1">
              <a:solidFill>
                <a:srgbClr val="FFFFFF"/>
              </a:solidFill>
              <a:latin typeface="Century Gothic"/>
            </a:endParaRPr>
          </a:p>
        </p:txBody>
      </p:sp>
      <p:pic>
        <p:nvPicPr>
          <p:cNvPr id="100" name="Symbol zastępczy zawartości 4" descr="Obraz zawierający tekst, zrzut ekranu, oprogramowanie, Ikona komputerowa&#10;&#10;Zawartość wygenerowana przez AI może być niepoprawna."/>
          <p:cNvPicPr/>
          <p:nvPr/>
        </p:nvPicPr>
        <p:blipFill>
          <a:blip r:embed="rId2"/>
          <a:stretch/>
        </p:blipFill>
        <p:spPr>
          <a:xfrm>
            <a:off x="3369600" y="2004480"/>
            <a:ext cx="6710400" cy="4536720"/>
          </a:xfrm>
          <a:prstGeom prst="rect">
            <a:avLst/>
          </a:prstGeom>
          <a:ln w="0">
            <a:noFill/>
          </a:ln>
          <a:effectLst>
            <a:outerShdw blurRad="50760">
              <a:srgbClr val="000000">
                <a:alpha val="40000"/>
              </a:srgbClr>
            </a:outerShdw>
          </a:effectLst>
        </p:spPr>
      </p:pic>
      <p:pic>
        <p:nvPicPr>
          <p:cNvPr id="101" name="Obraz 100"/>
          <p:cNvPicPr/>
          <p:nvPr/>
        </p:nvPicPr>
        <p:blipFill>
          <a:blip r:embed="rId3"/>
          <a:stretch/>
        </p:blipFill>
        <p:spPr>
          <a:xfrm>
            <a:off x="3369600" y="2004480"/>
            <a:ext cx="6710400" cy="4655160"/>
          </a:xfrm>
          <a:prstGeom prst="rect">
            <a:avLst/>
          </a:prstGeom>
          <a:ln w="0">
            <a:noFill/>
          </a:ln>
        </p:spPr>
      </p:pic>
      <p:pic>
        <p:nvPicPr>
          <p:cNvPr id="102" name="Obraz 101"/>
          <p:cNvPicPr/>
          <p:nvPr/>
        </p:nvPicPr>
        <p:blipFill>
          <a:blip r:embed="rId4"/>
          <a:stretch/>
        </p:blipFill>
        <p:spPr>
          <a:xfrm>
            <a:off x="3369600" y="2004480"/>
            <a:ext cx="6743520" cy="468036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810000" y="447120"/>
            <a:ext cx="10571760" cy="970200"/>
          </a:xfrm>
          <a:prstGeom prst="rect">
            <a:avLst/>
          </a:prstGeom>
          <a:noFill/>
          <a:ln w="0">
            <a:noFill/>
          </a:ln>
          <a:effectLst>
            <a:outerShdw blurRad="50760" rotWithShape="0">
              <a:srgbClr val="000000">
                <a:alpha val="60000"/>
              </a:srgbClr>
            </a:outerShdw>
          </a:effectLst>
        </p:spPr>
        <p:txBody>
          <a:bodyPr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pl-PL" sz="4000" b="0" strike="noStrike" spc="-1">
                <a:solidFill>
                  <a:srgbClr val="FEFEFE"/>
                </a:solidFill>
                <a:latin typeface="Century Gothic"/>
                <a:ea typeface="Century Gothic"/>
              </a:rPr>
              <a:t>Aktualny postęp: Interfejs Lekarza</a:t>
            </a:r>
            <a:endParaRPr lang="pl-PL" sz="4000" b="0" strike="noStrike" spc="-1">
              <a:solidFill>
                <a:srgbClr val="FFFFFF"/>
              </a:solidFill>
              <a:latin typeface="Century Gothic"/>
            </a:endParaRPr>
          </a:p>
        </p:txBody>
      </p:sp>
      <p:pic>
        <p:nvPicPr>
          <p:cNvPr id="104" name="Symbol zastępczy zawartości 5" descr="Obraz zawierający tekst, zrzut ekranu, oprogramowanie, Ikona komputerowa&#10;&#10;Zawartość wygenerowana przez AI może być niepoprawna."/>
          <p:cNvPicPr/>
          <p:nvPr/>
        </p:nvPicPr>
        <p:blipFill>
          <a:blip r:embed="rId2"/>
          <a:stretch/>
        </p:blipFill>
        <p:spPr>
          <a:xfrm>
            <a:off x="3352320" y="2004480"/>
            <a:ext cx="6727680" cy="4576320"/>
          </a:xfrm>
          <a:prstGeom prst="rect">
            <a:avLst/>
          </a:prstGeom>
          <a:ln w="0">
            <a:noFill/>
          </a:ln>
          <a:effectLst>
            <a:outerShdw blurRad="50760">
              <a:srgbClr val="000000">
                <a:alpha val="40000"/>
              </a:srgbClr>
            </a:outerShdw>
          </a:effectLst>
        </p:spPr>
      </p:pic>
      <p:pic>
        <p:nvPicPr>
          <p:cNvPr id="105" name="Obraz 104"/>
          <p:cNvPicPr/>
          <p:nvPr/>
        </p:nvPicPr>
        <p:blipFill>
          <a:blip r:embed="rId3"/>
          <a:stretch/>
        </p:blipFill>
        <p:spPr>
          <a:xfrm>
            <a:off x="3352320" y="2004480"/>
            <a:ext cx="6727680" cy="4641840"/>
          </a:xfrm>
          <a:prstGeom prst="rect">
            <a:avLst/>
          </a:prstGeom>
          <a:ln w="0">
            <a:noFill/>
          </a:ln>
        </p:spPr>
      </p:pic>
      <p:pic>
        <p:nvPicPr>
          <p:cNvPr id="106" name="Obraz 105"/>
          <p:cNvPicPr/>
          <p:nvPr/>
        </p:nvPicPr>
        <p:blipFill>
          <a:blip r:embed="rId4"/>
          <a:stretch/>
        </p:blipFill>
        <p:spPr>
          <a:xfrm>
            <a:off x="3352320" y="2004480"/>
            <a:ext cx="6727680" cy="463860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810000" y="447120"/>
            <a:ext cx="10571760" cy="970200"/>
          </a:xfrm>
          <a:prstGeom prst="rect">
            <a:avLst/>
          </a:prstGeom>
          <a:noFill/>
          <a:ln w="0">
            <a:noFill/>
          </a:ln>
          <a:effectLst>
            <a:outerShdw blurRad="50760" rotWithShape="0">
              <a:srgbClr val="000000">
                <a:alpha val="60000"/>
              </a:srgbClr>
            </a:outerShdw>
          </a:effectLst>
        </p:spPr>
        <p:txBody>
          <a:bodyPr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pl-PL" sz="4000" b="0" strike="noStrike" spc="-1">
                <a:solidFill>
                  <a:srgbClr val="FEFEFE"/>
                </a:solidFill>
                <a:latin typeface="Century Gothic"/>
                <a:ea typeface="Century Gothic"/>
              </a:rPr>
              <a:t>Aktualny postęp: Interfejs Laboranta</a:t>
            </a:r>
            <a:endParaRPr lang="pl-PL" sz="4000" b="0" strike="noStrike" spc="-1">
              <a:solidFill>
                <a:srgbClr val="FFFFFF"/>
              </a:solidFill>
              <a:latin typeface="Century Gothic"/>
            </a:endParaRPr>
          </a:p>
        </p:txBody>
      </p:sp>
      <p:pic>
        <p:nvPicPr>
          <p:cNvPr id="108" name="Symbol zastępczy zawartości 4" descr="Obraz zawierający tekst, zrzut ekranu, oprogramowanie, Ikona komputerowa&#10;&#10;Zawartość wygenerowana przez AI może być niepoprawna."/>
          <p:cNvPicPr/>
          <p:nvPr/>
        </p:nvPicPr>
        <p:blipFill>
          <a:blip r:embed="rId2"/>
          <a:stretch/>
        </p:blipFill>
        <p:spPr>
          <a:xfrm>
            <a:off x="3421440" y="2020320"/>
            <a:ext cx="6658560" cy="4470840"/>
          </a:xfrm>
          <a:prstGeom prst="rect">
            <a:avLst/>
          </a:prstGeom>
          <a:ln w="0">
            <a:noFill/>
          </a:ln>
          <a:effectLst>
            <a:outerShdw blurRad="50760">
              <a:srgbClr val="000000">
                <a:alpha val="40000"/>
              </a:srgbClr>
            </a:outerShdw>
          </a:effectLst>
        </p:spPr>
      </p:pic>
      <p:pic>
        <p:nvPicPr>
          <p:cNvPr id="109" name="Obraz 108"/>
          <p:cNvPicPr/>
          <p:nvPr/>
        </p:nvPicPr>
        <p:blipFill>
          <a:blip r:embed="rId3"/>
          <a:stretch/>
        </p:blipFill>
        <p:spPr>
          <a:xfrm>
            <a:off x="3421440" y="2036880"/>
            <a:ext cx="6658560" cy="462312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Freeform 6"/>
          <p:cNvSpPr/>
          <p:nvPr/>
        </p:nvSpPr>
        <p:spPr>
          <a:xfrm>
            <a:off x="0" y="-3240"/>
            <a:ext cx="12191760" cy="520344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5203440"/>
              <a:gd name="textAreaBottom" fmla="*/ 5203800 h 5203440"/>
            </a:gdLst>
            <a:ahLst/>
            <a:cxnLst/>
            <a:rect l="textAreaLeft" t="textAreaTop" r="textAreaRight" b="textAreaBottom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blipFill rotWithShape="0">
            <a:blip r:embed="rId2"/>
            <a:srcRect/>
            <a:tile tx="0" ty="0" sx="99978" sy="99978" algn="tl"/>
          </a:blipFill>
          <a:ln cap="rnd">
            <a:solidFill>
              <a:srgbClr val="9ECD33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strike="noStrike" spc="-1">
              <a:solidFill>
                <a:srgbClr val="000000"/>
              </a:solidFill>
              <a:latin typeface="Arial"/>
            </a:endParaRPr>
          </a:p>
        </p:txBody>
      </p:sp>
      <p:sp useBgFill="1">
        <p:nvSpPr>
          <p:cNvPr id="111" name="Rectangle 9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/>
            <a:r>
              <a:rPr lang="en-US" sz="4200" b="1" strike="noStrike" spc="-1">
                <a:solidFill>
                  <a:schemeClr val="lt1"/>
                </a:solidFill>
                <a:latin typeface="Arial"/>
              </a:rPr>
              <a:t>KONIEC</a:t>
            </a:r>
          </a:p>
        </p:txBody>
      </p:sp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-5186520" y="4500000"/>
            <a:ext cx="6086520" cy="4376160"/>
          </a:xfrm>
          <a:prstGeom prst="rect">
            <a:avLst/>
          </a:prstGeom>
          <a:noFill/>
          <a:ln w="0">
            <a:noFill/>
          </a:ln>
          <a:effectLst>
            <a:outerShdw blurRad="50760" rotWithShape="0">
              <a:srgbClr val="000000">
                <a:alpha val="60000"/>
              </a:srgbClr>
            </a:outerShdw>
          </a:effectLst>
        </p:spPr>
        <p:txBody>
          <a:bodyPr anchor="ctr">
            <a:normAutofit/>
          </a:bodyPr>
          <a:lstStyle/>
          <a:p>
            <a:pPr indent="0" algn="r">
              <a:lnSpc>
                <a:spcPct val="100000"/>
              </a:lnSpc>
              <a:buNone/>
            </a:pPr>
            <a:r>
              <a:rPr lang="en-US" sz="1400" b="1" strike="noStrike" spc="-1">
                <a:solidFill>
                  <a:srgbClr val="333333"/>
                </a:solidFill>
                <a:latin typeface="Century Gothic"/>
              </a:rPr>
              <a:t>KNOIEC</a:t>
            </a:r>
            <a:endParaRPr lang="pl-PL" sz="1400" b="0" strike="noStrike" spc="-1">
              <a:solidFill>
                <a:srgbClr val="1C1C1C"/>
              </a:solidFill>
              <a:latin typeface="Century Gothic"/>
            </a:endParaRPr>
          </a:p>
        </p:txBody>
      </p:sp>
      <p:cxnSp>
        <p:nvCxnSpPr>
          <p:cNvPr id="113" name="Straight Connector 11"/>
          <p:cNvCxnSpPr/>
          <p:nvPr/>
        </p:nvCxnSpPr>
        <p:spPr>
          <a:xfrm>
            <a:off x="7534440" y="1696680"/>
            <a:ext cx="360" cy="3464640"/>
          </a:xfrm>
          <a:prstGeom prst="straightConnector1">
            <a:avLst/>
          </a:prstGeom>
          <a:ln w="22225" cap="rnd">
            <a:solidFill>
              <a:srgbClr val="9ECD33"/>
            </a:solidFill>
            <a:round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Quotable">
  <a:themeElements>
    <a:clrScheme name="Quotable">
      <a:dk1>
        <a:srgbClr val="000000"/>
      </a:dk1>
      <a:lt1>
        <a:srgbClr val="FFFFFF"/>
      </a:lt1>
      <a:dk2>
        <a:srgbClr val="212121"/>
      </a:dk2>
      <a:lt2>
        <a:srgbClr val="636363"/>
      </a:lt2>
      <a:accent1>
        <a:srgbClr val="9ECD33"/>
      </a:accent1>
      <a:accent2>
        <a:srgbClr val="E19933"/>
      </a:accent2>
      <a:accent3>
        <a:srgbClr val="DC5D3D"/>
      </a:accent3>
      <a:accent4>
        <a:srgbClr val="A967CB"/>
      </a:accent4>
      <a:accent5>
        <a:srgbClr val="5EA5DD"/>
      </a:accent5>
      <a:accent6>
        <a:srgbClr val="44BEA9"/>
      </a:accent6>
      <a:hlink>
        <a:srgbClr val="8F8F8F"/>
      </a:hlink>
      <a:folHlink>
        <a:srgbClr val="A5A5A5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Quotable">
  <a:themeElements>
    <a:clrScheme name="Quotable">
      <a:dk1>
        <a:srgbClr val="000000"/>
      </a:dk1>
      <a:lt1>
        <a:srgbClr val="FFFFFF"/>
      </a:lt1>
      <a:dk2>
        <a:srgbClr val="212121"/>
      </a:dk2>
      <a:lt2>
        <a:srgbClr val="636363"/>
      </a:lt2>
      <a:accent1>
        <a:srgbClr val="9ECD33"/>
      </a:accent1>
      <a:accent2>
        <a:srgbClr val="E19933"/>
      </a:accent2>
      <a:accent3>
        <a:srgbClr val="DC5D3D"/>
      </a:accent3>
      <a:accent4>
        <a:srgbClr val="A967CB"/>
      </a:accent4>
      <a:accent5>
        <a:srgbClr val="5EA5DD"/>
      </a:accent5>
      <a:accent6>
        <a:srgbClr val="44BEA9"/>
      </a:accent6>
      <a:hlink>
        <a:srgbClr val="8F8F8F"/>
      </a:hlink>
      <a:folHlink>
        <a:srgbClr val="A5A5A5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Panoramiczny</PresentationFormat>
  <Slides>9</Slides>
  <Notes>0</Notes>
  <HiddenSlides>0</HiddenSlides>
  <ScaleCrop>false</ScaleCrop>
  <HeadingPairs>
    <vt:vector size="4" baseType="variant">
      <vt:variant>
        <vt:lpstr>Motyw</vt:lpstr>
      </vt:variant>
      <vt:variant>
        <vt:i4>2</vt:i4>
      </vt:variant>
      <vt:variant>
        <vt:lpstr>Tytuły slajdów</vt:lpstr>
      </vt:variant>
      <vt:variant>
        <vt:i4>9</vt:i4>
      </vt:variant>
    </vt:vector>
  </HeadingPairs>
  <TitlesOfParts>
    <vt:vector size="11" baseType="lpstr">
      <vt:lpstr>Quotable</vt:lpstr>
      <vt:lpstr>Quotable</vt:lpstr>
      <vt:lpstr>Aplikacja do dokumentowania wizyt u lekarza i przeglądania historii pacjenta.</vt:lpstr>
      <vt:lpstr>Motywacja:</vt:lpstr>
      <vt:lpstr>Cele:</vt:lpstr>
      <vt:lpstr>Aktualny postęp: Logowanie/Rejestracja</vt:lpstr>
      <vt:lpstr>Aktualny postęp: Interfejs Pacjenta</vt:lpstr>
      <vt:lpstr>Aktualny postęp: Interfejs Pacjenta</vt:lpstr>
      <vt:lpstr>Aktualny postęp: Interfejs Lekarza</vt:lpstr>
      <vt:lpstr>Aktualny postęp: Interfejs Laboranta</vt:lpstr>
      <vt:lpstr>KNOIEC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dc:description/>
  <cp:revision>2</cp:revision>
  <dcterms:created xsi:type="dcterms:W3CDTF">2026-01-12T17:28:21Z</dcterms:created>
  <dcterms:modified xsi:type="dcterms:W3CDTF">2026-01-13T15:32:10Z</dcterms:modified>
  <dc:language>pl-PL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Panoramiczny</vt:lpwstr>
  </property>
  <property fmtid="{D5CDD505-2E9C-101B-9397-08002B2CF9AE}" pid="3" name="Slides">
    <vt:i4>9</vt:i4>
  </property>
</Properties>
</file>